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r:id="rId15" roundtripDataSignature="AMtx7mijktD7GiBGIQ9pkZVld8CJ5lL0TA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5327182B-B3C9-49E1-9DB4-A2296A0009C5}">
  <a:tblStyle styleId="{5327182B-B3C9-49E1-9DB4-A2296A0009C5}" styleName="Table_0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9EFF7"/>
          </a:solidFill>
        </a:fill>
      </a:tcStyle>
    </a:wholeTbl>
    <a:band1H>
      <a:tcTxStyle/>
      <a:tcStyle>
        <a:fill>
          <a:solidFill>
            <a:srgbClr val="D0DEEF"/>
          </a:solidFill>
        </a:fill>
      </a:tcStyle>
    </a:band1H>
    <a:band2H>
      <a:tcTxStyle/>
    </a:band2H>
    <a:band1V>
      <a:tcTxStyle/>
      <a:tcStyle>
        <a:fill>
          <a:solidFill>
            <a:srgbClr val="D0DEEF"/>
          </a:solidFill>
        </a:fill>
      </a:tcStyle>
    </a:band1V>
    <a:band2V>
      <a:tcTxStyle/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5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5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5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5"/>
          </a:solidFill>
        </a:fill>
      </a:tcStyle>
    </a:firstRow>
    <a:neCell>
      <a:tcTxStyle/>
    </a:neCell>
    <a:nwCell>
      <a:tcTxStyle/>
    </a:nwCell>
  </a:tblStyle>
  <a:tblStyle styleId="{925E20C5-D2F8-42BD-8C41-9C1075A47616}" styleName="Table_1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8EBF5"/>
          </a:solidFill>
        </a:fill>
      </a:tcStyle>
    </a:wholeTbl>
    <a:band1H>
      <a:tcTxStyle/>
      <a:tcStyle>
        <a:fill>
          <a:solidFill>
            <a:srgbClr val="CDD4EA"/>
          </a:solidFill>
        </a:fill>
      </a:tcStyle>
    </a:band1H>
    <a:band2H>
      <a:tcTxStyle/>
    </a:band2H>
    <a:band1V>
      <a:tcTxStyle/>
      <a:tcStyle>
        <a:fill>
          <a:solidFill>
            <a:srgbClr val="CDD4EA"/>
          </a:solidFill>
        </a:fill>
      </a:tcStyle>
    </a:band1V>
    <a:band2V>
      <a:tcTxStyle/>
    </a:band2V>
    <a:la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맑은 고딕"/>
          <a:ea typeface="맑은 고딕"/>
          <a:cs typeface="맑은 고딕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  <a:tblStyle styleId="{3EEFF7BB-BCC1-4709-9C2E-C564C4A87A6A}" styleName="Table_2">
    <a:wholeTbl>
      <a:tcTxStyle b="off" i="off">
        <a:font>
          <a:latin typeface="맑은 고딕"/>
          <a:ea typeface="맑은 고딕"/>
          <a:cs typeface="맑은 고딕"/>
        </a:font>
        <a:schemeClr val="dk1"/>
      </a:tcTxStyle>
      <a:tcStyle>
        <a:tcBdr>
          <a:left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customschemas.google.com/relationships/presentationmetadata" Target="meta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65" name="Google Shape;65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69" name="Shape 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" name="Google Shape;70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1" name="Google Shape;71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76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2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4" name="Google Shape;8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g38b55781f61_0_49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g38b55781f61_0_495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8b55781f61_0_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8" name="Google Shape;98;g38b55781f61_0_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8b55781f61_0_47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g38b55781f61_0_474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g38b55781f61_0_48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g38b55781f61_0_480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38b55781f61_0_422"/>
          <p:cNvSpPr txBox="1"/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/>
        </p:txBody>
      </p:sp>
      <p:sp>
        <p:nvSpPr>
          <p:cNvPr id="11" name="Google Shape;11;g38b55781f61_0_422"/>
          <p:cNvSpPr txBox="1"/>
          <p:nvPr>
            <p:ph idx="1" type="subTitle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/>
        </p:txBody>
      </p:sp>
      <p:sp>
        <p:nvSpPr>
          <p:cNvPr id="12" name="Google Shape;12;g38b55781f61_0_422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38b55781f61_0_426"/>
          <p:cNvSpPr txBox="1"/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15" name="Google Shape;15;g38b55781f61_0_426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g38b55781f61_0_429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18" name="Google Shape;18;g38b55781f61_0_429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19" name="Google Shape;19;g38b55781f61_0_429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g38b55781f61_0_433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2" name="Google Shape;22;g38b55781f61_0_433"/>
          <p:cNvSpPr txBox="1"/>
          <p:nvPr>
            <p:ph idx="1" type="body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3" name="Google Shape;23;g38b55781f61_0_433"/>
          <p:cNvSpPr txBox="1"/>
          <p:nvPr>
            <p:ph idx="2" type="body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49250" lvl="0" marL="457200"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24" name="Google Shape;24;g38b55781f61_0_433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38b55781f61_0_438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27" name="Google Shape;27;g38b55781f61_0_43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g38b55781f61_0_441"/>
          <p:cNvSpPr txBox="1"/>
          <p:nvPr>
            <p:ph type="title"/>
          </p:nvPr>
        </p:nvSpPr>
        <p:spPr>
          <a:xfrm>
            <a:off x="415600" y="740800"/>
            <a:ext cx="3744000" cy="10077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1pPr>
            <a:lvl2pPr lvl="1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2pPr>
            <a:lvl3pPr lvl="2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3pPr>
            <a:lvl4pPr lvl="3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4pPr>
            <a:lvl5pPr lvl="4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5pPr>
            <a:lvl6pPr lvl="5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6pPr>
            <a:lvl7pPr lvl="6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7pPr>
            <a:lvl8pPr lvl="7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8pPr>
            <a:lvl9pPr lvl="8">
              <a:spcBef>
                <a:spcPts val="0"/>
              </a:spcBef>
              <a:spcAft>
                <a:spcPts val="0"/>
              </a:spcAft>
              <a:buSzPts val="3200"/>
              <a:buNone/>
              <a:defRPr sz="3200"/>
            </a:lvl9pPr>
          </a:lstStyle>
          <a:p/>
        </p:txBody>
      </p:sp>
      <p:sp>
        <p:nvSpPr>
          <p:cNvPr id="30" name="Google Shape;30;g38b55781f61_0_441"/>
          <p:cNvSpPr txBox="1"/>
          <p:nvPr>
            <p:ph idx="1" type="body"/>
          </p:nvPr>
        </p:nvSpPr>
        <p:spPr>
          <a:xfrm>
            <a:off x="415600" y="1852800"/>
            <a:ext cx="3744000" cy="4239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30200" lvl="0" marL="4572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indent="-330200" lvl="1" marL="9144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2pPr>
            <a:lvl3pPr indent="-330200" lvl="2" marL="13716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3pPr>
            <a:lvl4pPr indent="-330200" lvl="3" marL="18288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4pPr>
            <a:lvl5pPr indent="-330200" lvl="4" marL="22860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5pPr>
            <a:lvl6pPr indent="-330200" lvl="5" marL="27432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6pPr>
            <a:lvl7pPr indent="-330200" lvl="6" marL="3200400"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7pPr>
            <a:lvl8pPr indent="-330200" lvl="7" marL="3657600">
              <a:spcBef>
                <a:spcPts val="0"/>
              </a:spcBef>
              <a:spcAft>
                <a:spcPts val="0"/>
              </a:spcAft>
              <a:buSzPts val="1600"/>
              <a:buChar char="○"/>
              <a:defRPr sz="1600"/>
            </a:lvl8pPr>
            <a:lvl9pPr indent="-330200" lvl="8" marL="4114800">
              <a:spcBef>
                <a:spcPts val="0"/>
              </a:spcBef>
              <a:spcAft>
                <a:spcPts val="0"/>
              </a:spcAft>
              <a:buSzPts val="1600"/>
              <a:buChar char="■"/>
              <a:defRPr sz="1600"/>
            </a:lvl9pPr>
          </a:lstStyle>
          <a:p/>
        </p:txBody>
      </p:sp>
      <p:sp>
        <p:nvSpPr>
          <p:cNvPr id="31" name="Google Shape;31;g38b55781f61_0_44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g38b55781f61_0_445"/>
          <p:cNvSpPr txBox="1"/>
          <p:nvPr>
            <p:ph type="title"/>
          </p:nvPr>
        </p:nvSpPr>
        <p:spPr>
          <a:xfrm>
            <a:off x="653667" y="600200"/>
            <a:ext cx="8490300" cy="54543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1pPr>
            <a:lvl2pPr lvl="1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2pPr>
            <a:lvl3pPr lvl="2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3pPr>
            <a:lvl4pPr lvl="3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4pPr>
            <a:lvl5pPr lvl="4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5pPr>
            <a:lvl6pPr lvl="5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6pPr>
            <a:lvl7pPr lvl="6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7pPr>
            <a:lvl8pPr lvl="7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8pPr>
            <a:lvl9pPr lvl="8">
              <a:spcBef>
                <a:spcPts val="0"/>
              </a:spcBef>
              <a:spcAft>
                <a:spcPts val="0"/>
              </a:spcAft>
              <a:buSzPts val="6400"/>
              <a:buNone/>
              <a:defRPr sz="6400"/>
            </a:lvl9pPr>
          </a:lstStyle>
          <a:p/>
        </p:txBody>
      </p:sp>
      <p:sp>
        <p:nvSpPr>
          <p:cNvPr id="34" name="Google Shape;34;g38b55781f61_0_445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g38b55781f61_0_448"/>
          <p:cNvSpPr/>
          <p:nvPr/>
        </p:nvSpPr>
        <p:spPr>
          <a:xfrm>
            <a:off x="6096000" y="-167"/>
            <a:ext cx="6096000" cy="68580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121900" lIns="121900" spcFirstLastPara="1" rIns="121900" wrap="square" tIns="1219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" name="Google Shape;37;g38b55781f61_0_448"/>
          <p:cNvSpPr txBox="1"/>
          <p:nvPr>
            <p:ph type="title"/>
          </p:nvPr>
        </p:nvSpPr>
        <p:spPr>
          <a:xfrm>
            <a:off x="354000" y="1644233"/>
            <a:ext cx="5393700" cy="19764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1pPr>
            <a:lvl2pPr lvl="1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2pPr>
            <a:lvl3pPr lvl="2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3pPr>
            <a:lvl4pPr lvl="3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4pPr>
            <a:lvl5pPr lvl="4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5pPr>
            <a:lvl6pPr lvl="5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6pPr>
            <a:lvl7pPr lvl="6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7pPr>
            <a:lvl8pPr lvl="7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8pPr>
            <a:lvl9pPr lvl="8" algn="ctr">
              <a:spcBef>
                <a:spcPts val="0"/>
              </a:spcBef>
              <a:spcAft>
                <a:spcPts val="0"/>
              </a:spcAft>
              <a:buSzPts val="5600"/>
              <a:buNone/>
              <a:defRPr sz="5600"/>
            </a:lvl9pPr>
          </a:lstStyle>
          <a:p/>
        </p:txBody>
      </p:sp>
      <p:sp>
        <p:nvSpPr>
          <p:cNvPr id="38" name="Google Shape;38;g38b55781f61_0_448"/>
          <p:cNvSpPr txBox="1"/>
          <p:nvPr>
            <p:ph idx="1" type="subTitle"/>
          </p:nvPr>
        </p:nvSpPr>
        <p:spPr>
          <a:xfrm>
            <a:off x="354000" y="3737433"/>
            <a:ext cx="5393700" cy="16467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sp>
        <p:nvSpPr>
          <p:cNvPr id="39" name="Google Shape;39;g38b55781f61_0_448"/>
          <p:cNvSpPr txBox="1"/>
          <p:nvPr>
            <p:ph idx="2" type="body"/>
          </p:nvPr>
        </p:nvSpPr>
        <p:spPr>
          <a:xfrm>
            <a:off x="6586000" y="965433"/>
            <a:ext cx="5115900" cy="49269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381000" lvl="0" marL="457200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0" name="Google Shape;40;g38b55781f61_0_44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g38b55781f61_0_454"/>
          <p:cNvSpPr txBox="1"/>
          <p:nvPr>
            <p:ph idx="1" type="body"/>
          </p:nvPr>
        </p:nvSpPr>
        <p:spPr>
          <a:xfrm>
            <a:off x="415600" y="5640767"/>
            <a:ext cx="7998300" cy="806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indent="-2286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None/>
              <a:defRPr/>
            </a:lvl1pPr>
          </a:lstStyle>
          <a:p/>
        </p:txBody>
      </p:sp>
      <p:sp>
        <p:nvSpPr>
          <p:cNvPr id="43" name="Google Shape;43;g38b55781f61_0_454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g38b55781f61_0_457"/>
          <p:cNvSpPr txBox="1"/>
          <p:nvPr>
            <p:ph hasCustomPrompt="1" type="title"/>
          </p:nvPr>
        </p:nvSpPr>
        <p:spPr>
          <a:xfrm>
            <a:off x="415600" y="1474833"/>
            <a:ext cx="11360700" cy="2618100"/>
          </a:xfrm>
          <a:prstGeom prst="rect">
            <a:avLst/>
          </a:prstGeom>
        </p:spPr>
        <p:txBody>
          <a:bodyPr anchorCtr="0" anchor="b" bIns="121900" lIns="121900" spcFirstLastPara="1" rIns="121900" wrap="square" tIns="1219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6000"/>
              <a:buNone/>
              <a:defRPr sz="16000"/>
            </a:lvl9pPr>
          </a:lstStyle>
          <a:p>
            <a:r>
              <a:t>xx%</a:t>
            </a:r>
          </a:p>
        </p:txBody>
      </p:sp>
      <p:sp>
        <p:nvSpPr>
          <p:cNvPr id="46" name="Google Shape;46;g38b55781f61_0_457"/>
          <p:cNvSpPr txBox="1"/>
          <p:nvPr>
            <p:ph idx="1" type="body"/>
          </p:nvPr>
        </p:nvSpPr>
        <p:spPr>
          <a:xfrm>
            <a:off x="415600" y="4202967"/>
            <a:ext cx="11360700" cy="1734300"/>
          </a:xfrm>
          <a:prstGeom prst="rect">
            <a:avLst/>
          </a:prstGeom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 algn="ctr"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indent="-349250" lvl="1" marL="9144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2pPr>
            <a:lvl3pPr indent="-349250" lvl="2" marL="13716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3pPr>
            <a:lvl4pPr indent="-349250" lvl="3" marL="18288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4pPr>
            <a:lvl5pPr indent="-349250" lvl="4" marL="22860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5pPr>
            <a:lvl6pPr indent="-349250" lvl="5" marL="27432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6pPr>
            <a:lvl7pPr indent="-349250" lvl="6" marL="3200400" algn="ctr">
              <a:spcBef>
                <a:spcPts val="0"/>
              </a:spcBef>
              <a:spcAft>
                <a:spcPts val="0"/>
              </a:spcAft>
              <a:buSzPts val="1900"/>
              <a:buChar char="●"/>
              <a:defRPr/>
            </a:lvl7pPr>
            <a:lvl8pPr indent="-349250" lvl="7" marL="3657600" algn="ctr">
              <a:spcBef>
                <a:spcPts val="0"/>
              </a:spcBef>
              <a:spcAft>
                <a:spcPts val="0"/>
              </a:spcAft>
              <a:buSzPts val="1900"/>
              <a:buChar char="○"/>
              <a:defRPr/>
            </a:lvl8pPr>
            <a:lvl9pPr indent="-349250" lvl="8" marL="4114800" algn="ctr">
              <a:spcBef>
                <a:spcPts val="0"/>
              </a:spcBef>
              <a:spcAft>
                <a:spcPts val="0"/>
              </a:spcAft>
              <a:buSzPts val="1900"/>
              <a:buChar char="■"/>
              <a:defRPr/>
            </a:lvl9pPr>
          </a:lstStyle>
          <a:p/>
        </p:txBody>
      </p:sp>
      <p:sp>
        <p:nvSpPr>
          <p:cNvPr id="47" name="Google Shape;47;g38b55781f61_0_457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55781f61_0_461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제목 및 내용" type="obj">
  <p:cSld name="OBJEC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g38b55781f61_0_463"/>
          <p:cNvSpPr txBox="1"/>
          <p:nvPr>
            <p:ph type="title"/>
          </p:nvPr>
        </p:nvSpPr>
        <p:spPr>
          <a:xfrm>
            <a:off x="838200" y="365125"/>
            <a:ext cx="10515600" cy="1325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/>
        </p:txBody>
      </p:sp>
      <p:sp>
        <p:nvSpPr>
          <p:cNvPr id="52" name="Google Shape;52;g38b55781f61_0_463"/>
          <p:cNvSpPr txBox="1"/>
          <p:nvPr>
            <p:ph idx="1" type="body"/>
          </p:nvPr>
        </p:nvSpPr>
        <p:spPr>
          <a:xfrm>
            <a:off x="838200" y="1825625"/>
            <a:ext cx="10515600" cy="4351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1pPr>
            <a:lvl2pPr indent="-342900" lvl="1" marL="9144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2pPr>
            <a:lvl3pPr indent="-342900" lvl="2" marL="1371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3pPr>
            <a:lvl4pPr indent="-342900" lvl="3" marL="18288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4pPr>
            <a:lvl5pPr indent="-342900" lvl="4" marL="22860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5pPr>
            <a:lvl6pPr indent="-342900" lvl="5" marL="27432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■"/>
              <a:defRPr/>
            </a:lvl6pPr>
            <a:lvl7pPr indent="-342900" lvl="6" marL="32004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●"/>
              <a:defRPr/>
            </a:lvl7pPr>
            <a:lvl8pPr indent="-342900" lvl="7" marL="365760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Clr>
                <a:schemeClr val="dk1"/>
              </a:buClr>
              <a:buSzPts val="1800"/>
              <a:buChar char="○"/>
              <a:defRPr/>
            </a:lvl8pPr>
            <a:lvl9pPr indent="-342900" lvl="8" marL="4114800" algn="l">
              <a:lnSpc>
                <a:spcPct val="90000"/>
              </a:lnSpc>
              <a:spcBef>
                <a:spcPts val="1600"/>
              </a:spcBef>
              <a:spcAft>
                <a:spcPts val="1600"/>
              </a:spcAft>
              <a:buClr>
                <a:schemeClr val="dk1"/>
              </a:buClr>
              <a:buSzPts val="1800"/>
              <a:buChar char="■"/>
              <a:defRPr/>
            </a:lvl9pPr>
          </a:lstStyle>
          <a:p/>
        </p:txBody>
      </p:sp>
      <p:sp>
        <p:nvSpPr>
          <p:cNvPr id="53" name="Google Shape;53;g38b55781f61_0_463"/>
          <p:cNvSpPr txBox="1"/>
          <p:nvPr>
            <p:ph idx="10" type="dt"/>
          </p:nvPr>
        </p:nvSpPr>
        <p:spPr>
          <a:xfrm>
            <a:off x="8382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g38b55781f61_0_463"/>
          <p:cNvSpPr txBox="1"/>
          <p:nvPr>
            <p:ph idx="11" type="ftr"/>
          </p:nvPr>
        </p:nvSpPr>
        <p:spPr>
          <a:xfrm>
            <a:off x="4038600" y="6356350"/>
            <a:ext cx="41148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g38b55781f61_0_46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g38b55781f61_0_418"/>
          <p:cNvSpPr txBox="1"/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None/>
              <a:defRPr sz="37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g38b55781f61_0_418"/>
          <p:cNvSpPr txBox="1"/>
          <p:nvPr>
            <p:ph idx="1" type="body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anchorCtr="0" anchor="t" bIns="121900" lIns="121900" spcFirstLastPara="1" rIns="121900" wrap="square" tIns="121900">
            <a:normAutofit/>
          </a:bodyPr>
          <a:lstStyle>
            <a:lvl1pPr indent="-381000" lvl="0" marL="457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Char char="●"/>
              <a:defRPr sz="2400">
                <a:solidFill>
                  <a:schemeClr val="dk2"/>
                </a:solidFill>
              </a:defRPr>
            </a:lvl1pPr>
            <a:lvl2pPr indent="-349250" lvl="1" marL="914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2pPr>
            <a:lvl3pPr indent="-349250" lvl="2" marL="1371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3pPr>
            <a:lvl4pPr indent="-349250" lvl="3" marL="1828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4pPr>
            <a:lvl5pPr indent="-349250" lvl="4" marL="22860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5pPr>
            <a:lvl6pPr indent="-349250" lvl="5" marL="27432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6pPr>
            <a:lvl7pPr indent="-349250" lvl="6" marL="32004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●"/>
              <a:defRPr sz="1900">
                <a:solidFill>
                  <a:schemeClr val="dk2"/>
                </a:solidFill>
              </a:defRPr>
            </a:lvl7pPr>
            <a:lvl8pPr indent="-349250" lvl="7" marL="36576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○"/>
              <a:defRPr sz="1900">
                <a:solidFill>
                  <a:schemeClr val="dk2"/>
                </a:solidFill>
              </a:defRPr>
            </a:lvl8pPr>
            <a:lvl9pPr indent="-349250" lvl="8" marL="41148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900"/>
              <a:buChar char="■"/>
              <a:defRPr sz="1900">
                <a:solidFill>
                  <a:schemeClr val="dk2"/>
                </a:solidFill>
              </a:defRPr>
            </a:lvl9pPr>
          </a:lstStyle>
          <a:p/>
        </p:txBody>
      </p:sp>
      <p:sp>
        <p:nvSpPr>
          <p:cNvPr id="8" name="Google Shape;8;g38b55781f61_0_418"/>
          <p:cNvSpPr txBox="1"/>
          <p:nvPr>
            <p:ph idx="12" type="sldNum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anchorCtr="0" anchor="ctr" bIns="121900" lIns="121900" spcFirstLastPara="1" rIns="121900" wrap="square" tIns="121900">
            <a:normAutofit/>
          </a:bodyPr>
          <a:lstStyle>
            <a:lvl1pPr lvl="0" algn="r">
              <a:buNone/>
              <a:defRPr sz="1300">
                <a:solidFill>
                  <a:schemeClr val="dk2"/>
                </a:solidFill>
              </a:defRPr>
            </a:lvl1pPr>
            <a:lvl2pPr lvl="1" algn="r">
              <a:buNone/>
              <a:defRPr sz="1300">
                <a:solidFill>
                  <a:schemeClr val="dk2"/>
                </a:solidFill>
              </a:defRPr>
            </a:lvl2pPr>
            <a:lvl3pPr lvl="2" algn="r">
              <a:buNone/>
              <a:defRPr sz="1300">
                <a:solidFill>
                  <a:schemeClr val="dk2"/>
                </a:solidFill>
              </a:defRPr>
            </a:lvl3pPr>
            <a:lvl4pPr lvl="3" algn="r">
              <a:buNone/>
              <a:defRPr sz="1300">
                <a:solidFill>
                  <a:schemeClr val="dk2"/>
                </a:solidFill>
              </a:defRPr>
            </a:lvl4pPr>
            <a:lvl5pPr lvl="4" algn="r">
              <a:buNone/>
              <a:defRPr sz="1300">
                <a:solidFill>
                  <a:schemeClr val="dk2"/>
                </a:solidFill>
              </a:defRPr>
            </a:lvl5pPr>
            <a:lvl6pPr lvl="5" algn="r">
              <a:buNone/>
              <a:defRPr sz="1300">
                <a:solidFill>
                  <a:schemeClr val="dk2"/>
                </a:solidFill>
              </a:defRPr>
            </a:lvl6pPr>
            <a:lvl7pPr lvl="6" algn="r">
              <a:buNone/>
              <a:defRPr sz="1300">
                <a:solidFill>
                  <a:schemeClr val="dk2"/>
                </a:solidFill>
              </a:defRPr>
            </a:lvl7pPr>
            <a:lvl8pPr lvl="7" algn="r">
              <a:buNone/>
              <a:defRPr sz="1300">
                <a:solidFill>
                  <a:schemeClr val="dk2"/>
                </a:solidFill>
              </a:defRPr>
            </a:lvl8pPr>
            <a:lvl9pPr lvl="8" algn="r">
              <a:buNone/>
              <a:defRPr sz="1300">
                <a:solidFill>
                  <a:schemeClr val="dk2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dt="0" ftr="0" hdr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0" name="Google Shape;60;p1"/>
          <p:cNvGraphicFramePr/>
          <p:nvPr/>
        </p:nvGraphicFramePr>
        <p:xfrm>
          <a:off x="696000" y="157480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{5327182B-B3C9-49E1-9DB4-A2296A0009C5}</a:tableStyleId>
              </a:tblPr>
              <a:tblGrid>
                <a:gridCol w="2160000"/>
                <a:gridCol w="2160000"/>
                <a:gridCol w="2160000"/>
                <a:gridCol w="2160000"/>
                <a:gridCol w="2160000"/>
              </a:tblGrid>
              <a:tr h="931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A타입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B타입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C타입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D타입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931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상품특성</a:t>
                      </a:r>
                      <a:endParaRPr/>
                    </a:p>
                  </a:txBody>
                  <a:tcPr marT="45725" marB="45725" marR="91450" marL="91450" anchor="ctr"/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정형품</a:t>
                      </a:r>
                      <a:endParaRPr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비정형품</a:t>
                      </a:r>
                      <a:endParaRPr/>
                    </a:p>
                  </a:txBody>
                  <a:tcPr marT="45725" marB="45725" marR="91450" marL="91450" anchor="ctr"/>
                </a:tc>
                <a:tc hMerge="1"/>
              </a:tr>
              <a:tr h="931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소비특성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비일상품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일상품</a:t>
                      </a:r>
                      <a:endParaRPr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비일상품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일상품</a:t>
                      </a:r>
                      <a:endParaRPr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</a:tr>
              <a:tr h="931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상품군</a:t>
                      </a:r>
                      <a:endParaRPr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전자제품</a:t>
                      </a:r>
                      <a:endParaRPr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브랜드PC</a:t>
                      </a:r>
                      <a:endParaRPr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생활용품</a:t>
                      </a:r>
                      <a:endParaRPr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식음료품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여행서비스</a:t>
                      </a:r>
                      <a:endParaRPr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의류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수산물</a:t>
                      </a:r>
                      <a:endParaRPr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축산물</a:t>
                      </a:r>
                      <a:endParaRPr/>
                    </a:p>
                  </a:txBody>
                  <a:tcPr marT="45725" marB="45725" marR="91450" marL="91450" anchor="ctr"/>
                </a:tc>
              </a:tr>
              <a:tr h="9316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핵심경쟁력</a:t>
                      </a:r>
                      <a:endParaRPr/>
                    </a:p>
                  </a:txBody>
                  <a:tcPr marT="45725" marB="45725" marR="91450" marL="91450" anchor="ctr"/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가격경쟁력</a:t>
                      </a:r>
                      <a:endParaRPr/>
                    </a:p>
                  </a:txBody>
                  <a:tcPr marT="45725" marB="45725" marR="91450" marL="91450" anchor="ctr"/>
                </a:tc>
                <a:tc hMerge="1"/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전문성</a:t>
                      </a:r>
                      <a:endParaRPr/>
                    </a:p>
                  </a:txBody>
                  <a:tcPr marT="45725" marB="45725" marR="91450" marL="91450" anchor="ctr"/>
                </a:tc>
                <a:tc hMerge="1"/>
              </a:tr>
            </a:tbl>
          </a:graphicData>
        </a:graphic>
      </p:graphicFrame>
      <p:sp>
        <p:nvSpPr>
          <p:cNvPr id="61" name="Google Shape;61;p1"/>
          <p:cNvSpPr txBox="1"/>
          <p:nvPr>
            <p:ph type="title"/>
          </p:nvPr>
        </p:nvSpPr>
        <p:spPr>
          <a:xfrm>
            <a:off x="696000" y="228600"/>
            <a:ext cx="10800000" cy="90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57150" rotWithShape="0" algn="ctr" dir="5400000" dist="19050">
              <a:srgbClr val="000000">
                <a:alpha val="63137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algun Gothic"/>
              <a:buNone/>
            </a:pPr>
            <a:r>
              <a:rPr lang="ko-KR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상품특성에 따른 경쟁우위</a:t>
            </a:r>
            <a:endParaRPr/>
          </a:p>
        </p:txBody>
      </p:sp>
      <p:sp>
        <p:nvSpPr>
          <p:cNvPr id="62" name="Google Shape;62;p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"/>
          <p:cNvSpPr txBox="1"/>
          <p:nvPr>
            <p:ph type="title"/>
          </p:nvPr>
        </p:nvSpPr>
        <p:spPr>
          <a:xfrm>
            <a:off x="696000" y="228600"/>
            <a:ext cx="10800000" cy="900000"/>
          </a:xfrm>
          <a:prstGeom prst="rect">
            <a:avLst/>
          </a:prstGeom>
          <a:solidFill>
            <a:schemeClr val="accent1"/>
          </a:solidFill>
          <a:ln>
            <a:noFill/>
          </a:ln>
          <a:effectLst>
            <a:outerShdw blurRad="57150" rotWithShape="0" algn="ctr" dir="5400000" dist="19050">
              <a:srgbClr val="000000">
                <a:alpha val="63137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algun Gothic"/>
              <a:buNone/>
            </a:pPr>
            <a:r>
              <a:rPr lang="ko-KR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상품특성에 따른 경쟁우위</a:t>
            </a:r>
            <a:endParaRPr/>
          </a:p>
        </p:txBody>
      </p:sp>
      <p:sp>
        <p:nvSpPr>
          <p:cNvPr id="68" name="Google Shape;68;p2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2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3"/>
          <p:cNvSpPr txBox="1"/>
          <p:nvPr>
            <p:ph type="title"/>
          </p:nvPr>
        </p:nvSpPr>
        <p:spPr>
          <a:xfrm>
            <a:off x="696000" y="228600"/>
            <a:ext cx="10800000" cy="90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57150" rotWithShape="0" algn="ctr" dir="5400000" dist="19050">
              <a:srgbClr val="000000">
                <a:alpha val="63137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algun Gothic"/>
              <a:buNone/>
            </a:pPr>
            <a:r>
              <a:rPr lang="ko-KR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BSC의 성공 사례</a:t>
            </a:r>
            <a:endParaRPr/>
          </a:p>
        </p:txBody>
      </p:sp>
      <p:graphicFrame>
        <p:nvGraphicFramePr>
          <p:cNvPr id="74" name="Google Shape;74;p3"/>
          <p:cNvGraphicFramePr/>
          <p:nvPr/>
        </p:nvGraphicFramePr>
        <p:xfrm>
          <a:off x="696000" y="149034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{925E20C5-D2F8-42BD-8C41-9C1075A47616}</a:tableStyleId>
              </a:tblPr>
              <a:tblGrid>
                <a:gridCol w="2700000"/>
                <a:gridCol w="2700000"/>
                <a:gridCol w="2700000"/>
                <a:gridCol w="2700000"/>
              </a:tblGrid>
              <a:tr h="7145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항목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A사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B사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C사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</a:tr>
              <a:tr h="7145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개발 연도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>
                    <a:solidFill>
                      <a:srgbClr val="A8D08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2020년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2021년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2020년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</a:tr>
              <a:tr h="7145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KPI 수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>
                    <a:solidFill>
                      <a:srgbClr val="A8D08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250개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123개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260개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</a:tr>
              <a:tr h="71455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특징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>
                    <a:solidFill>
                      <a:srgbClr val="A8D08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KM과 연동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1차와 2차로 나누어 개발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 hMerge="1"/>
              </a:tr>
              <a:tr h="714550">
                <a:tc rowSpan="3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구축 효과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>
                    <a:solidFill>
                      <a:srgbClr val="A8D08C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KPI 중심의 전략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실질적 성과 평가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정보의 투명성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</a:tr>
              <a:tr h="714550">
                <a:tc vMerge="1"/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조직간 의사 소통 향상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지표의 일원화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 rowSpan="2"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경영과 분석의 신뢰 향상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</a:tr>
              <a:tr h="714550">
                <a:tc vMerge="1"/>
                <a:tc vMerge="1"/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ko-KR" sz="2200" u="none" cap="none" strike="noStrike">
                          <a:latin typeface="Malgun Gothic"/>
                          <a:ea typeface="Malgun Gothic"/>
                          <a:cs typeface="Malgun Gothic"/>
                          <a:sym typeface="Malgun Gothic"/>
                        </a:rPr>
                        <a:t>투명 경영 실천</a:t>
                      </a:r>
                      <a:endParaRPr b="0" sz="2200" u="none" cap="none" strike="noStrike">
                        <a:latin typeface="Malgun Gothic"/>
                        <a:ea typeface="Malgun Gothic"/>
                        <a:cs typeface="Malgun Gothic"/>
                        <a:sym typeface="Malgun Gothic"/>
                      </a:endParaRPr>
                    </a:p>
                  </a:txBody>
                  <a:tcPr marT="45725" marB="45725" marR="91450" marL="91450" anchor="ctr"/>
                </a:tc>
                <a:tc vMerge="1"/>
              </a:tr>
            </a:tbl>
          </a:graphicData>
        </a:graphic>
      </p:graphicFrame>
      <p:sp>
        <p:nvSpPr>
          <p:cNvPr id="75" name="Google Shape;75;p3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"/>
          <p:cNvSpPr txBox="1"/>
          <p:nvPr>
            <p:ph type="title"/>
          </p:nvPr>
        </p:nvSpPr>
        <p:spPr>
          <a:xfrm>
            <a:off x="696000" y="228600"/>
            <a:ext cx="10800000" cy="900000"/>
          </a:xfrm>
          <a:prstGeom prst="rect">
            <a:avLst/>
          </a:prstGeom>
          <a:solidFill>
            <a:schemeClr val="accent2"/>
          </a:solidFill>
          <a:ln>
            <a:noFill/>
          </a:ln>
          <a:effectLst>
            <a:outerShdw blurRad="57150" rotWithShape="0" algn="ctr" dir="5400000" dist="19050">
              <a:srgbClr val="000000">
                <a:alpha val="63137"/>
              </a:srgbClr>
            </a:outerShdw>
          </a:effectLst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algun Gothic"/>
              <a:buNone/>
            </a:pPr>
            <a:r>
              <a:rPr lang="ko-KR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BSC의 성공 사례</a:t>
            </a:r>
            <a:endParaRPr/>
          </a:p>
        </p:txBody>
      </p:sp>
      <p:sp>
        <p:nvSpPr>
          <p:cNvPr id="81" name="Google Shape;81;p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5"/>
          <p:cNvSpPr txBox="1"/>
          <p:nvPr>
            <p:ph type="title"/>
          </p:nvPr>
        </p:nvSpPr>
        <p:spPr>
          <a:xfrm>
            <a:off x="696000" y="228600"/>
            <a:ext cx="10800000" cy="900000"/>
          </a:xfrm>
          <a:prstGeom prst="rect">
            <a:avLst/>
          </a:prstGeom>
          <a:gradFill>
            <a:gsLst>
              <a:gs pos="0">
                <a:srgbClr val="FFC647"/>
              </a:gs>
              <a:gs pos="50000">
                <a:srgbClr val="FFC600"/>
              </a:gs>
              <a:gs pos="100000">
                <a:srgbClr val="E3B400"/>
              </a:gs>
            </a:gsLst>
            <a:lin ang="5400000" scaled="0"/>
          </a:gradFill>
          <a:ln cap="flat" cmpd="sng" w="9525">
            <a:solidFill>
              <a:schemeClr val="accent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algun Gothic"/>
              <a:buNone/>
            </a:pPr>
            <a:r>
              <a:rPr lang="ko-KR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영업팀별 매출 현황</a:t>
            </a:r>
            <a:endParaRPr/>
          </a:p>
        </p:txBody>
      </p:sp>
      <p:graphicFrame>
        <p:nvGraphicFramePr>
          <p:cNvPr id="87" name="Google Shape;87;p5"/>
          <p:cNvGraphicFramePr/>
          <p:nvPr/>
        </p:nvGraphicFramePr>
        <p:xfrm>
          <a:off x="696000" y="187362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{3EEFF7BB-BCC1-4709-9C2E-C564C4A87A6A}</a:tableStyleId>
              </a:tblPr>
              <a:tblGrid>
                <a:gridCol w="1629675"/>
                <a:gridCol w="1629675"/>
                <a:gridCol w="1629675"/>
              </a:tblGrid>
              <a:tr h="760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20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2025년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2026년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0B0F0"/>
                    </a:solidFill>
                  </a:tcPr>
                </a:tc>
              </a:tr>
              <a:tr h="760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영업1팀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56</a:t>
                      </a:r>
                      <a:endParaRPr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66</a:t>
                      </a:r>
                      <a:endParaRPr b="1" sz="20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</a:tr>
              <a:tr h="760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영업2팀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60</a:t>
                      </a:r>
                      <a:endParaRPr b="1" sz="20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58</a:t>
                      </a:r>
                      <a:endParaRPr b="1" sz="20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</a:tr>
              <a:tr h="760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영업3팀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64</a:t>
                      </a:r>
                      <a:endParaRPr b="1" sz="20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70</a:t>
                      </a:r>
                      <a:endParaRPr b="1" sz="20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</a:tr>
              <a:tr h="760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영업4팀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58</a:t>
                      </a:r>
                      <a:endParaRPr b="1" sz="20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55</a:t>
                      </a:r>
                      <a:endParaRPr b="1" sz="20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</a:tr>
              <a:tr h="7605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영업5팀</a:t>
                      </a:r>
                      <a:endParaRPr/>
                    </a:p>
                  </a:txBody>
                  <a:tcPr marT="45725" marB="45725" marR="91450" marL="91450" anchor="ctr">
                    <a:solidFill>
                      <a:srgbClr val="00B0F0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62</a:t>
                      </a:r>
                      <a:endParaRPr b="1" sz="20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20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71</a:t>
                      </a:r>
                      <a:endParaRPr b="1" sz="20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</a:tr>
            </a:tbl>
          </a:graphicData>
        </a:graphic>
      </p:graphicFrame>
      <p:pic>
        <p:nvPicPr>
          <p:cNvPr id="88" name="Google Shape;88;p5" title="차트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798925" y="1873625"/>
            <a:ext cx="5697075" cy="45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89" name="Google Shape;89;p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3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Google Shape;94;g38b55781f61_0_495"/>
          <p:cNvSpPr txBox="1"/>
          <p:nvPr>
            <p:ph type="title"/>
          </p:nvPr>
        </p:nvSpPr>
        <p:spPr>
          <a:xfrm>
            <a:off x="696000" y="228600"/>
            <a:ext cx="10800000" cy="900000"/>
          </a:xfrm>
          <a:prstGeom prst="rect">
            <a:avLst/>
          </a:prstGeom>
          <a:gradFill>
            <a:gsLst>
              <a:gs pos="0">
                <a:srgbClr val="FFC647"/>
              </a:gs>
              <a:gs pos="50000">
                <a:srgbClr val="FFC600"/>
              </a:gs>
              <a:gs pos="100000">
                <a:srgbClr val="E3B400"/>
              </a:gs>
            </a:gsLst>
            <a:lin ang="5400012" scaled="0"/>
          </a:gradFill>
          <a:ln cap="flat" cmpd="sng" w="9525">
            <a:solidFill>
              <a:schemeClr val="accent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algun Gothic"/>
              <a:buNone/>
            </a:pPr>
            <a:r>
              <a:rPr lang="ko-KR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영업팀별 매출 현황</a:t>
            </a:r>
            <a:endParaRPr/>
          </a:p>
        </p:txBody>
      </p:sp>
      <p:sp>
        <p:nvSpPr>
          <p:cNvPr id="95" name="Google Shape;95;g38b55781f61_0_495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g38b55781f61_0_1"/>
          <p:cNvSpPr txBox="1"/>
          <p:nvPr>
            <p:ph type="title"/>
          </p:nvPr>
        </p:nvSpPr>
        <p:spPr>
          <a:xfrm>
            <a:off x="696000" y="228600"/>
            <a:ext cx="10800000" cy="900000"/>
          </a:xfrm>
          <a:prstGeom prst="rect">
            <a:avLst/>
          </a:prstGeom>
          <a:gradFill>
            <a:gsLst>
              <a:gs pos="0">
                <a:srgbClr val="FFC647"/>
              </a:gs>
              <a:gs pos="50000">
                <a:srgbClr val="FFC600"/>
              </a:gs>
              <a:gs pos="100000">
                <a:srgbClr val="E3B400"/>
              </a:gs>
            </a:gsLst>
            <a:lin ang="5400012" scaled="0"/>
          </a:gradFill>
          <a:ln cap="flat" cmpd="sng" w="9525">
            <a:solidFill>
              <a:schemeClr val="accent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algun Gothic"/>
              <a:buNone/>
            </a:pPr>
            <a:r>
              <a:rPr lang="ko-KR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영업팀별 매출 현황</a:t>
            </a:r>
            <a:endParaRPr/>
          </a:p>
        </p:txBody>
      </p:sp>
      <p:graphicFrame>
        <p:nvGraphicFramePr>
          <p:cNvPr id="101" name="Google Shape;101;g38b55781f61_0_1"/>
          <p:cNvGraphicFramePr/>
          <p:nvPr/>
        </p:nvGraphicFramePr>
        <p:xfrm>
          <a:off x="696000" y="1873624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{3EEFF7BB-BCC1-4709-9C2E-C564C4A87A6A}</a:tableStyleId>
              </a:tblPr>
              <a:tblGrid>
                <a:gridCol w="1629675"/>
                <a:gridCol w="1629675"/>
                <a:gridCol w="1629675"/>
              </a:tblGrid>
              <a:tr h="8712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b="1" sz="31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국어</a:t>
                      </a:r>
                      <a:endParaRPr sz="2500"/>
                    </a:p>
                  </a:txBody>
                  <a:tcPr marT="45725" marB="45725" marR="91450" marL="91450" anchor="ctr">
                    <a:solidFill>
                      <a:srgbClr val="EFEFEF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영어</a:t>
                      </a:r>
                      <a:endParaRPr sz="2500"/>
                    </a:p>
                  </a:txBody>
                  <a:tcPr marT="45725" marB="45725" marR="91450" marL="91450" anchor="ctr">
                    <a:solidFill>
                      <a:srgbClr val="EFEFEF"/>
                    </a:solidFill>
                  </a:tcPr>
                </a:tc>
              </a:tr>
              <a:tr h="8712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홍길동</a:t>
                      </a:r>
                      <a:endParaRPr sz="2500"/>
                    </a:p>
                  </a:txBody>
                  <a:tcPr marT="45725" marB="45725" marR="91450" marL="9145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56</a:t>
                      </a:r>
                      <a:endParaRPr sz="2500"/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66</a:t>
                      </a:r>
                      <a:endParaRPr b="1" sz="31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</a:tr>
              <a:tr h="8712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이기자</a:t>
                      </a:r>
                      <a:endParaRPr sz="2500"/>
                    </a:p>
                  </a:txBody>
                  <a:tcPr marT="45725" marB="45725" marR="91450" marL="9145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60</a:t>
                      </a:r>
                      <a:endParaRPr b="1" sz="31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58</a:t>
                      </a:r>
                      <a:endParaRPr b="1" sz="31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</a:tr>
              <a:tr h="8712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승리자</a:t>
                      </a:r>
                      <a:endParaRPr sz="2500"/>
                    </a:p>
                  </a:txBody>
                  <a:tcPr marT="45725" marB="45725" marR="91450" marL="9145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64</a:t>
                      </a:r>
                      <a:endParaRPr b="1" sz="31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70</a:t>
                      </a:r>
                      <a:endParaRPr b="1" sz="31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</a:tr>
              <a:tr h="8712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성춘향</a:t>
                      </a:r>
                      <a:endParaRPr sz="2500"/>
                    </a:p>
                  </a:txBody>
                  <a:tcPr marT="45725" marB="45725" marR="91450" marL="91450" anchor="ctr">
                    <a:solidFill>
                      <a:srgbClr val="D9D9D9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58</a:t>
                      </a:r>
                      <a:endParaRPr b="1" sz="31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ko-KR" sz="3100" u="none" cap="none" strike="noStrike">
                          <a:latin typeface="Dotumche"/>
                          <a:ea typeface="Dotumche"/>
                          <a:cs typeface="Dotumche"/>
                          <a:sym typeface="Dotumche"/>
                        </a:rPr>
                        <a:t>55</a:t>
                      </a:r>
                      <a:endParaRPr b="1" sz="3100" u="none" cap="none" strike="noStrike">
                        <a:latin typeface="Dotumche"/>
                        <a:ea typeface="Dotumche"/>
                        <a:cs typeface="Dotumche"/>
                        <a:sym typeface="Dotumche"/>
                      </a:endParaRPr>
                    </a:p>
                  </a:txBody>
                  <a:tcPr marT="45725" marB="45725" marR="91450" marL="91450" anchor="ctr"/>
                </a:tc>
              </a:tr>
            </a:tbl>
          </a:graphicData>
        </a:graphic>
      </p:graphicFrame>
      <p:sp>
        <p:nvSpPr>
          <p:cNvPr id="102" name="Google Shape;102;g38b55781f61_0_1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g38b55781f61_0_474"/>
          <p:cNvSpPr txBox="1"/>
          <p:nvPr>
            <p:ph type="title"/>
          </p:nvPr>
        </p:nvSpPr>
        <p:spPr>
          <a:xfrm>
            <a:off x="696000" y="228600"/>
            <a:ext cx="10800000" cy="900000"/>
          </a:xfrm>
          <a:prstGeom prst="rect">
            <a:avLst/>
          </a:prstGeom>
          <a:gradFill>
            <a:gsLst>
              <a:gs pos="0">
                <a:srgbClr val="FFC647"/>
              </a:gs>
              <a:gs pos="50000">
                <a:srgbClr val="FFC600"/>
              </a:gs>
              <a:gs pos="100000">
                <a:srgbClr val="E3B400"/>
              </a:gs>
            </a:gsLst>
            <a:lin ang="5400012" scaled="0"/>
          </a:gradFill>
          <a:ln cap="flat" cmpd="sng" w="9525">
            <a:solidFill>
              <a:schemeClr val="accent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algun Gothic"/>
              <a:buNone/>
            </a:pPr>
            <a:r>
              <a:rPr lang="ko-KR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혼합 차트 만들기</a:t>
            </a:r>
            <a:endParaRPr/>
          </a:p>
        </p:txBody>
      </p:sp>
      <p:pic>
        <p:nvPicPr>
          <p:cNvPr id="108" name="Google Shape;108;g38b55781f61_0_474" title="획득 포인트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02650" y="1712975"/>
            <a:ext cx="10693350" cy="4520726"/>
          </a:xfrm>
          <a:prstGeom prst="rect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09" name="Google Shape;109;g38b55781f61_0_474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g38b55781f61_0_480"/>
          <p:cNvSpPr txBox="1"/>
          <p:nvPr>
            <p:ph type="title"/>
          </p:nvPr>
        </p:nvSpPr>
        <p:spPr>
          <a:xfrm>
            <a:off x="696000" y="228600"/>
            <a:ext cx="10800000" cy="900000"/>
          </a:xfrm>
          <a:prstGeom prst="rect">
            <a:avLst/>
          </a:prstGeom>
          <a:gradFill>
            <a:gsLst>
              <a:gs pos="0">
                <a:srgbClr val="FFC647"/>
              </a:gs>
              <a:gs pos="50000">
                <a:srgbClr val="FFC600"/>
              </a:gs>
              <a:gs pos="100000">
                <a:srgbClr val="E3B400"/>
              </a:gs>
            </a:gsLst>
            <a:lin ang="5400012" scaled="0"/>
          </a:gradFill>
          <a:ln cap="flat" cmpd="sng" w="9525">
            <a:solidFill>
              <a:schemeClr val="accent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400"/>
              <a:buFont typeface="Malgun Gothic"/>
              <a:buNone/>
            </a:pPr>
            <a:r>
              <a:rPr lang="ko-KR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혼합 차트 만들기 </a:t>
            </a:r>
            <a:r>
              <a:rPr lang="ko-KR">
                <a:solidFill>
                  <a:schemeClr val="lt1"/>
                </a:solidFill>
                <a:latin typeface="Malgun Gothic"/>
                <a:ea typeface="Malgun Gothic"/>
                <a:cs typeface="Malgun Gothic"/>
                <a:sym typeface="Malgun Gothic"/>
              </a:rPr>
              <a:t>연습</a:t>
            </a:r>
            <a:endParaRPr/>
          </a:p>
        </p:txBody>
      </p:sp>
      <p:sp>
        <p:nvSpPr>
          <p:cNvPr id="115" name="Google Shape;115;g38b55781f61_0_480"/>
          <p:cNvSpPr txBox="1"/>
          <p:nvPr>
            <p:ph idx="12" type="sldNum"/>
          </p:nvPr>
        </p:nvSpPr>
        <p:spPr>
          <a:xfrm>
            <a:off x="8610600" y="6356350"/>
            <a:ext cx="2743200" cy="365100"/>
          </a:xfrm>
          <a:prstGeom prst="rect">
            <a:avLst/>
          </a:prstGeom>
        </p:spPr>
        <p:txBody>
          <a:bodyPr anchorCtr="0" anchor="ctr" bIns="45700" lIns="91425" spcFirstLastPara="1" rIns="91425" wrap="square" tIns="45700">
            <a:norm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buNone/>
            </a:pPr>
            <a:fld id="{00000000-1234-1234-1234-123412341234}" type="slidenum">
              <a:rPr lang="ko-KR"/>
              <a:t>‹#›</a:t>
            </a:fld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2019-09-03T07:39:15Z</dcterms:created>
  <dc:creator>Windows 사용자</dc:creator>
</cp:coreProperties>
</file>