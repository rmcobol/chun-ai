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68D7C-7CE6-45EB-AA0C-20554FE16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8C8BAF-6CCA-44DC-9AC6-412EB6C80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50FF84-D9B9-4CB3-A90E-E4C292E5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C9A1C4-0B3D-4915-B8CA-A7E89E62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B71CED-93B0-413D-9F3C-10567E26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6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84BA0-CB86-4DCE-A069-9B968850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63247-3EAC-46D2-953B-104477F6C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91B675-FC80-43B3-A812-E14D538E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98AF8-3E7F-4344-AADF-444E780E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DEAC04-CDB4-483D-AA2B-AD5241E2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90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362DE-11C0-4BE2-9230-41426C0E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D3EE44-0B0D-4454-8278-D9ED38947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EF30C5-2F9C-4987-BF49-C43276CC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ADC01-5E01-4365-8AC1-81DC7BAF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AC73E5-575E-4B70-9597-04E6BE14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0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9BA16-693F-4284-8664-0C555E95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D41C83-3E81-4253-9E56-5D72CB8BE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7524DA-E8E9-4ABA-8FA9-98CB24B7B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3CB867-FEBA-41EC-9517-289673A7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C1A9C1-F799-4BF7-8A36-38F6BDD0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ECDAD-305C-403E-AED2-E1D4E0F0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62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D1ABE-B783-491D-A4D4-9580D48B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677A4F-22C2-4B7C-9484-7D248783C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FFC63E-F3F2-469E-A74C-1842A1430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8A494C-C065-412A-AF15-C08642420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D42713-3840-40DB-AB52-8DADBE104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DCA976-C492-4C9E-A918-17EC2BDF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607FD4-056B-42EB-BF85-9D1124D7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13A7A1-A5DB-4F4C-9A73-60B6301F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CDFE7-3B51-4416-BE9D-744721AF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F7BB3D-BC7C-401A-B8B9-D5CCE569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62CAE2-8E07-4CF4-B0F9-B75B1B7C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5C5D2B-BB94-40BE-9932-ACA1D24F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0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CE3E3A-38AA-45B0-9F16-882DCCF7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CA67FD-AD67-43BD-BAFE-BF6A03E9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D0599-22C8-4461-B80E-4E7E39CA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07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AAC26-002E-4641-938A-D1D4F4343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59EBC-2A82-4634-A0BA-36034E4B0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764E1E-51F7-488F-A895-032BFB848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B8730-0377-4C1C-BB07-FB8D6B09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17385E-2A73-4C3E-BF5B-57FD3118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9889E-C4EE-45A3-BCBA-2478641D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24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6FED2-1B8D-4B6F-94DF-291E93627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C32399-E0C7-4DFA-AA3E-B46451C27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8DB2F8-F2C5-40D9-98BC-968856860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74E692-191B-4EAE-8B82-4ACD6FA2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ED286-65F7-42C8-8505-A65BB613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9CBF4-7A49-49D0-95F7-BCA5FD32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38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3E5A1-91A0-452A-B4CD-E27CAC9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9D1EAF-F9BB-4100-B79A-D6C8FC5F3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BA3DCB-DA7D-4539-954C-7ACD217E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C1F86-DFF9-496E-9C31-F352085D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8640A-86C0-4388-835A-6BBA1C7E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02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48FE5A-3C92-4C45-9775-0F4FE7195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9C0CF3-6FEB-4B95-9A75-DFD6D584A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90CAC9-77C5-48D3-9C70-E84E8C0E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1FD694-4635-4F8D-AE4F-5301CC7E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152CD6-5186-478A-AB9C-8D007060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07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AC9EC6-7105-45A8-A827-5EF3A7491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75D421-BAD2-44E8-A849-A949B3D7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152C10-17C3-43FD-81C4-6D5C2D511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28F0F-463F-4C80-9142-7F854775CF22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C62C7E-75BF-4799-B8C4-6847B5405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D46D8-7A1E-46D6-ABA9-E978848D9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9A488-4AE5-4313-B11F-DB7876F0C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90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04FE7466-5E6E-448F-8ED2-32CB272C6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521322"/>
              </p:ext>
            </p:extLst>
          </p:nvPr>
        </p:nvGraphicFramePr>
        <p:xfrm>
          <a:off x="696000" y="1574800"/>
          <a:ext cx="10800000" cy="465840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10772883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48272651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4030434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9566773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98549195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081680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상품특성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정형품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비정형품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342401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소비특성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비일상품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일상품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비일상품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일상품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691202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상품군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전자제품</a:t>
                      </a:r>
                      <a:endParaRPr lang="en-US" altLang="ko-KR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</a:t>
                      </a:r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생활용품</a:t>
                      </a:r>
                      <a:endParaRPr lang="en-US" altLang="ko-KR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식음료품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여행서비스</a:t>
                      </a:r>
                      <a:endParaRPr lang="en-US" altLang="ko-KR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수산물</a:t>
                      </a:r>
                      <a:endParaRPr lang="en-US" altLang="ko-KR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축산물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168784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핵심경쟁력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가격경쟁력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6388"/>
                  </a:ext>
                </a:extLst>
              </a:tr>
            </a:tbl>
          </a:graphicData>
        </a:graphic>
      </p:graphicFrame>
      <p:sp>
        <p:nvSpPr>
          <p:cNvPr id="6" name="제목 3">
            <a:extLst>
              <a:ext uri="{FF2B5EF4-FFF2-40B4-BE49-F238E27FC236}">
                <a16:creationId xmlns:a16="http://schemas.microsoft.com/office/drawing/2014/main" id="{02C11E8D-B128-4BCC-9145-E34B7083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28600"/>
            <a:ext cx="10800000" cy="900000"/>
          </a:xfr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ko-KR" altLang="en-US" dirty="0"/>
              <a:t>상품특성에 따른 경쟁우위</a:t>
            </a:r>
          </a:p>
        </p:txBody>
      </p:sp>
    </p:spTree>
    <p:extLst>
      <p:ext uri="{BB962C8B-B14F-4D97-AF65-F5344CB8AC3E}">
        <p14:creationId xmlns:p14="http://schemas.microsoft.com/office/powerpoint/2010/main" val="424774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>
            <a:extLst>
              <a:ext uri="{FF2B5EF4-FFF2-40B4-BE49-F238E27FC236}">
                <a16:creationId xmlns:a16="http://schemas.microsoft.com/office/drawing/2014/main" id="{02C11E8D-B128-4BCC-9145-E34B7083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28600"/>
            <a:ext cx="10800000" cy="900000"/>
          </a:xfr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ko-KR" altLang="en-US" dirty="0"/>
              <a:t>상품특성에 따른 경쟁우위</a:t>
            </a:r>
          </a:p>
        </p:txBody>
      </p:sp>
    </p:spTree>
    <p:extLst>
      <p:ext uri="{BB962C8B-B14F-4D97-AF65-F5344CB8AC3E}">
        <p14:creationId xmlns:p14="http://schemas.microsoft.com/office/powerpoint/2010/main" val="94044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>
            <a:extLst>
              <a:ext uri="{FF2B5EF4-FFF2-40B4-BE49-F238E27FC236}">
                <a16:creationId xmlns:a16="http://schemas.microsoft.com/office/drawing/2014/main" id="{A892F66E-4509-43F2-9614-6C2FB4D7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28600"/>
            <a:ext cx="10800000" cy="900000"/>
          </a:xfrm>
          <a:solidFill>
            <a:schemeClr val="accent2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altLang="ko-KR" dirty="0"/>
              <a:t>BSC</a:t>
            </a:r>
            <a:r>
              <a:rPr lang="ko-KR" altLang="en-US" dirty="0"/>
              <a:t>의 성공 사례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58E9CC0D-945A-4911-A46C-584E443F20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6000" y="1490344"/>
          <a:ext cx="10800000" cy="50018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4087598813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801601449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40447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764185162"/>
                    </a:ext>
                  </a:extLst>
                </a:gridCol>
              </a:tblGrid>
              <a:tr h="71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18522"/>
                  </a:ext>
                </a:extLst>
              </a:tr>
              <a:tr h="71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연도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529122"/>
                  </a:ext>
                </a:extLst>
              </a:tr>
              <a:tr h="714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 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260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669615"/>
                  </a:ext>
                </a:extLst>
              </a:tr>
              <a:tr h="71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연동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차와 </a:t>
                      </a:r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차로 나누어 개발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388771"/>
                  </a:ext>
                </a:extLst>
              </a:tr>
              <a:tr h="71455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 효과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 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중심의 전략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실질적 성과 평가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정보의 투명성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079430"/>
                  </a:ext>
                </a:extLst>
              </a:tr>
              <a:tr h="7145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조직간 의사 소통 향상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지표의 일원화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경영과 분석의 신뢰 향상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953732"/>
                  </a:ext>
                </a:extLst>
              </a:tr>
              <a:tr h="7145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투명 경영 실천</a:t>
                      </a:r>
                      <a:endParaRPr lang="ko-KR" altLang="en-US" sz="2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44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6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>
            <a:extLst>
              <a:ext uri="{FF2B5EF4-FFF2-40B4-BE49-F238E27FC236}">
                <a16:creationId xmlns:a16="http://schemas.microsoft.com/office/drawing/2014/main" id="{A892F66E-4509-43F2-9614-6C2FB4D7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28600"/>
            <a:ext cx="10800000" cy="900000"/>
          </a:xfrm>
          <a:solidFill>
            <a:schemeClr val="accent2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altLang="ko-KR" dirty="0"/>
              <a:t>BSC</a:t>
            </a:r>
            <a:r>
              <a:rPr lang="ko-KR" altLang="en-US" dirty="0"/>
              <a:t>의 성공 사례</a:t>
            </a:r>
          </a:p>
        </p:txBody>
      </p:sp>
    </p:spTree>
    <p:extLst>
      <p:ext uri="{BB962C8B-B14F-4D97-AF65-F5344CB8AC3E}">
        <p14:creationId xmlns:p14="http://schemas.microsoft.com/office/powerpoint/2010/main" val="255886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>
            <a:extLst>
              <a:ext uri="{FF2B5EF4-FFF2-40B4-BE49-F238E27FC236}">
                <a16:creationId xmlns:a16="http://schemas.microsoft.com/office/drawing/2014/main" id="{A892F66E-4509-43F2-9614-6C2FB4D7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28600"/>
            <a:ext cx="10800000" cy="900000"/>
          </a:xfr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ko-KR" altLang="en-US" dirty="0" err="1"/>
              <a:t>영업팀별</a:t>
            </a:r>
            <a:r>
              <a:rPr lang="ko-KR" altLang="en-US" dirty="0"/>
              <a:t> 매출 현황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27A1727-2FDC-4D17-9976-671A254D3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938236"/>
              </p:ext>
            </p:extLst>
          </p:nvPr>
        </p:nvGraphicFramePr>
        <p:xfrm>
          <a:off x="696000" y="1873624"/>
          <a:ext cx="4889013" cy="456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9671">
                  <a:extLst>
                    <a:ext uri="{9D8B030D-6E8A-4147-A177-3AD203B41FA5}">
                      <a16:colId xmlns:a16="http://schemas.microsoft.com/office/drawing/2014/main" val="2926339023"/>
                    </a:ext>
                  </a:extLst>
                </a:gridCol>
                <a:gridCol w="1629671">
                  <a:extLst>
                    <a:ext uri="{9D8B030D-6E8A-4147-A177-3AD203B41FA5}">
                      <a16:colId xmlns:a16="http://schemas.microsoft.com/office/drawing/2014/main" val="1451446308"/>
                    </a:ext>
                  </a:extLst>
                </a:gridCol>
                <a:gridCol w="1629671">
                  <a:extLst>
                    <a:ext uri="{9D8B030D-6E8A-4147-A177-3AD203B41FA5}">
                      <a16:colId xmlns:a16="http://schemas.microsoft.com/office/drawing/2014/main" val="1112669065"/>
                    </a:ext>
                  </a:extLst>
                </a:gridCol>
              </a:tblGrid>
              <a:tr h="760506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2025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2026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94662"/>
                  </a:ext>
                </a:extLst>
              </a:tr>
              <a:tr h="760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영업</a:t>
                      </a:r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1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팀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66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979567"/>
                  </a:ext>
                </a:extLst>
              </a:tr>
              <a:tr h="760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영업</a:t>
                      </a:r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2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팀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60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58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894678"/>
                  </a:ext>
                </a:extLst>
              </a:tr>
              <a:tr h="760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영업</a:t>
                      </a:r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3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팀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64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70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869119"/>
                  </a:ext>
                </a:extLst>
              </a:tr>
              <a:tr h="760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영업</a:t>
                      </a:r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4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팀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58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55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254211"/>
                  </a:ext>
                </a:extLst>
              </a:tr>
              <a:tr h="760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영업</a:t>
                      </a:r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5</a:t>
                      </a:r>
                      <a:r>
                        <a:rPr lang="ko-KR" altLang="en-US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팀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62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71</a:t>
                      </a:r>
                      <a:endParaRPr lang="ko-KR" altLang="en-US" sz="2000" b="1" dirty="0"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25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06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132</Words>
  <Application>Microsoft Office PowerPoint</Application>
  <PresentationFormat>와이드스크린</PresentationFormat>
  <Paragraphs>70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돋움체</vt:lpstr>
      <vt:lpstr>맑은 고딕</vt:lpstr>
      <vt:lpstr>Arial</vt:lpstr>
      <vt:lpstr>Office 테마</vt:lpstr>
      <vt:lpstr>상품특성에 따른 경쟁우위</vt:lpstr>
      <vt:lpstr>상품특성에 따른 경쟁우위</vt:lpstr>
      <vt:lpstr>BSC의 성공 사례</vt:lpstr>
      <vt:lpstr>BSC의 성공 사례</vt:lpstr>
      <vt:lpstr>영업팀별 매출 현황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제품 특성에 따른 경쟁우위</dc:title>
  <dc:creator>Windows 사용자</dc:creator>
  <cp:lastModifiedBy>승태 이</cp:lastModifiedBy>
  <cp:revision>13</cp:revision>
  <dcterms:created xsi:type="dcterms:W3CDTF">2019-09-03T07:39:15Z</dcterms:created>
  <dcterms:modified xsi:type="dcterms:W3CDTF">2026-04-09T06:11:59Z</dcterms:modified>
</cp:coreProperties>
</file>